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Workshop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руководство для начинающих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старт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Откройте терминал в папке SiriusV2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Используйте команду: ls -la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Прочитайте README.md для полного обзора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Выполните: docker-compose up -d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5. Запустите первый урок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проекта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README.md - полная документация (20 KB)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QUICK-REFERENCE.md - быстрый справочник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INDEX.md - полный каталог файлов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docker-compose.yml - конфигурация сервисов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папок уроков: nginx/, docker/, rate-limiting/, logging/, debugging/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Nginx: Reverse proxy + rate limiting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Docker: Контейнеризация приложений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PostgreSQL: Логирование запросов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API: Основной сервис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tcpdump/strace: Инструменты отладки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началом работы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Установите Docker и docker-compose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Проверьте: docker --version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Проверьте: docker-compose --version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Убедитесь, что свободно 2 GB памяти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Порты 8080, 5432 не используются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1: Nginx (Reverse Proxy)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Файл: nginx/docker-compose.yml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Команда старта: cd nginx &amp;&amp; docker-compose up -d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Проверка: curl http://localhost:8080/health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Логи: docker logs nginx-service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Остановка: docker-compose down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1: Тестирование Nginx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Базовый запрос: curl http://localhost:8080/api/v1/status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 кастомным заголовком: curl -H 'X-User-ID: 123' http://localhost:8080/api/v1/status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Время ответа: curl -w 'Time: %{time_total}s' http://localhost:8080/api/v1/status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Все команды в test-api.sh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1: Проверка завершения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Сервис поднялся без ошибок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/health возвращает 200 OK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/api/v1/status доступен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Кастомные заголовки обрабатываются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Логи в docker logs содержат запросы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2: Docker (безопасность)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Файл: check-docker-security.sh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Команда: bash check-docker-security.sh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Проверяет: Capabilities, root user, privileged mode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Проверяет: Filesystem permissions, network mode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Результат: зелёные галочки ✓ для всех проверок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2: Multi-stage Docker Build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Прочитайте: docker/Dockerfile в документации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Stage 1 (builder): компилирует приложение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Stage 2 (runtime): только бинарный файл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Результат: образ &lt; 50 MB вместо 500 MB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Команда: docker build -t app . --target runtime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3: Rate Limiting (Token Bucket)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Файл: rate-limiting/test-rate-limiting.sh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Команда: bash test-rate-limiting.sh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Алгоритм: Token Bucket с 10 tokens, refill 5/sec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Демонстрирует: быстрые запросы, восстановление, лимиты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Результат: статистика в JSON формате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3: Проверка Rate Limiting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При 100 запросах в 1 сек: ~30 успешных (200 OK)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Остальные получают 429 (Too Many Requests)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Через 3-4 секунды восстановление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Лимит работает per-IP адресу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Счётчик токенов видно в логах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4: Логирование и Observability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Файл: logging/setup-logging.sh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 база: requests_log таблица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Структурированное логирование: JSON формат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Двойное логирование: файлы + база данных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Анализ: SELECT * FROM requests_log LIMIT 10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4: Анализ логов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Команда просмотра файлов логов: tail -f logs/app.log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 парсер: cat logs/app.log | jq '.'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База данных: psql -U postgres -d workshop -c "SELECT * FROM requests_log;"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Статистика: SELECT status_code, COUNT(*) FROM requests_log GROUP BY status_code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Временной ряд: SELECT * FROM requests_log ORDER BY timestamp DESC LIMIT 20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5: Отладка и Network Debugging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Файл: setup-debugging.sh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Инструменты: tcpdump, strace, curl расширенные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Пакеты: tcpdump -i eth0 port 8080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Системные вызовы: strace -e trace=network curl http://localhost:8080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Результат: полный трассинг запроса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5: Сценарии отказов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Сценарий 1: Отключить сеть - проверить tcpdump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Сценарий 2: Перегруженное приложение - смотреть лаги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Сценарий 3: Плохо сформированный запрос - strace вывод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Сценарий 4: Высокая задержка - измерить timings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Все сценарии с примерами в README.md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Полезные команды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Статус сервисов: docker-compose 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Логи: docker-compose logs -f service_name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Войти в контейнер: docker-compose exec service_name bash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Перезагрузка: docker-compose restart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Полная очистка: docker-compose down -v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Команды для тестирования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базовый тест: bash test-api.sh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rate limiting: bash test-rate-limiting.sh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все вместе: docker-compose up &amp;&amp; bash test-api.sh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просмотр логов: docker-compose logs nginx-service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метрики: curl http://localhost:8080/metrics (если есть)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Чеклист завершения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Все 5 контейнеров поднялись (docker-compose ps)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Каждый урок прошел без ошибок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Тесты показали ожидаемые результаты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Логирование работает (файлы + БД)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Отладка инструментов срабатывает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Поздравляем с завершением SRE Workshop!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2026-04-13T10:38:32Z</dcterms:created>
  <dcterms:modified xsi:type="dcterms:W3CDTF">2026-04-13T10:38:32Z</dcterms:modified>
</cp:coreProperties>
</file>